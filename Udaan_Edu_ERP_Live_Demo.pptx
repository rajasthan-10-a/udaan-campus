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DEFF2"/>
                </a:solidFill>
                <a:latin typeface="Apto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Udaan Edu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6675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DEFF2"/>
                </a:solidFill>
                <a:latin typeface="Aptos"/>
              </a:rPr>
              <a:t>School operations in one connected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 presenter-ready walkthrough for stakeholder meetings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143000"/>
            <a:ext cx="2468880" cy="246888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150876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822191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UDAAN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160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EDU 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DEFF2"/>
                </a:solidFill>
                <a:latin typeface="Aptos"/>
              </a:rPr>
              <a:t>Demo order: Super Manager → Teacher → Parent/Student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run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Use this slide as your presenter checklist. The live app is the source of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56032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91440" cy="182880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2148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01 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1488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Login and show the Udaan Edu ERP branding.
Target: Super Manager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17320"/>
            <a:ext cx="256032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29000" y="1417320"/>
            <a:ext cx="91440" cy="18288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581912"/>
            <a:ext cx="2148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02  Operate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21488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Attendance → Result → Classes and users.
Show the admin authority.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56032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91440" cy="182880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581912"/>
            <a:ext cx="2148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03  Communicate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21488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Notice Board → Learning → Paper.
Show content publishing.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417320"/>
            <a:ext cx="256032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06840" y="1417320"/>
            <a:ext cx="91440" cy="18288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581912"/>
            <a:ext cx="2148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04  Follow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11680"/>
            <a:ext cx="21488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QR student → ID card → absent call log.
Show traceability.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77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Opening 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E8F8F6"/>
          </a:solidFill>
          <a:ln>
            <a:solidFill>
              <a:srgbClr val="E8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6451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975D"/>
                </a:solidFill>
                <a:latin typeface="Aptos"/>
              </a:rPr>
              <a:t>“आज मैं दिखाऊंगा कि admission से attendance, marksheet, communication और learning तक पूरा school workflow एक ही app में कैसे चलता है।”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Before the demo: 60-second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Do these checks before sharing your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400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Device or emulator is connected and the latest APK is installed.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Firebase user accounts are ready: Super Manager, Teacher, Parent and Student.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At least one class-section, one teacher and 3–5 students are available.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Keep sample values ready: class 10-A, marks 8/10, grade A, and one absent student.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For the paper demo, keep a short chapter text copied in the clipboard.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554480"/>
            <a:ext cx="329184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8120" y="1554480"/>
            <a:ext cx="91440" cy="182880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71907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Presenter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48840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Use sample data, not real student PII. Keep the demo focused on the flow and visible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86200"/>
            <a:ext cx="3291840" cy="960120"/>
          </a:xfrm>
          <a:prstGeom prst="roundRect">
            <a:avLst/>
          </a:prstGeom>
          <a:solidFill>
            <a:srgbClr val="FFF5E8"/>
          </a:solidFill>
          <a:ln>
            <a:solidFill>
              <a:srgbClr val="FF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4133087"/>
            <a:ext cx="2834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9242"/>
                </a:solidFill>
                <a:latin typeface="Aptos"/>
              </a:rPr>
              <a:t>If internet is slow: move to the next prepared screen and explain the expected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1 — Super Manager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establish control, visibility and role-based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291840" cy="23774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237744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8803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Login as Super Manager.
Point to the small dashboard cards:
Attendance, Result, Classes, Users, Notice Board, Learning and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291840" cy="23774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91440" cy="237744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8803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“हर important school operation अलग card में है, इसलिए user को सही जगह तुरंत मिलती है।”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291840" cy="23774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91440" cy="237744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819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Show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8803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User Management.
Toggle a permission and return to dashboard.
The visible access changes for that user.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Transition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315968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975D"/>
                </a:solidFill>
                <a:latin typeface="Aptos"/>
              </a:rPr>
              <a:t>“अब इसी authority से class बनाकर attendance लेते हैं।”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2 — Attendance: class to saved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prove that Super Manager and Teacher can complete the same operational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377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1" y="1618488"/>
            <a:ext cx="457200" cy="4572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67335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Attendance → class 10-A →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17320"/>
            <a:ext cx="2377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39312" y="1618488"/>
            <a:ext cx="457200" cy="4572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17099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167335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0428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Tap present/absent for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17320"/>
            <a:ext cx="2377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73952" y="1618488"/>
            <a:ext cx="457200" cy="4572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17099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67335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30428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Tap Save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21488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417320"/>
            <a:ext cx="2377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308592" y="1618488"/>
            <a:ext cx="457200" cy="4572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08592" y="17099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167335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0428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Open history or monthly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77639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Say this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39319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975D"/>
                </a:solidFill>
                <a:latin typeface="Aptos"/>
              </a:rPr>
              <a:t>“Save के बाद history खोलकर दिखाते हैं कि record सिर्फ screen पर नहीं, cloud में भी सुरक्षित है।”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46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A"/>
                </a:solidFill>
                <a:latin typeface="Aptos"/>
              </a:rPr>
              <a:t>Optional wow moment: QR Attendance से एक student scan करके तुरंत present करें.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3 — Result / marksheet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show exam selection, class filtering and per-student subject entry.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201168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201168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92607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Result → Half Yearly Exam → Class 10-A.
Students of that section load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201168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91440" cy="201168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92607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Numeric: English, Hindi, Maths, Science, Social Science.
Half yearly / yearly maximum: 80.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37560" cy="201168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91440" cy="201168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Grades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92607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Sanskrit, Computer and SUPW show grade boxes.
Enter a grade such as A or 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10698480" cy="749808"/>
          </a:xfrm>
          <a:prstGeom prst="roundRect">
            <a:avLst/>
          </a:prstGeom>
          <a:solidFill>
            <a:srgbClr val="E8F8F6"/>
          </a:solidFill>
          <a:ln>
            <a:solidFill>
              <a:srgbClr val="E8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10149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975D"/>
                </a:solidFill>
                <a:latin typeface="Aptos"/>
              </a:rPr>
              <a:t>Expected result: Save → marksheet updates → parent/student can view the latest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A"/>
                </a:solidFill>
                <a:latin typeface="Aptos"/>
              </a:rPr>
              <a:t>Presenter cue: पहले एक student की row पूरी करें, फिर save दिखाएं—पूरे class को भरने में समय न लगाएं.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4 — Classes, teachers and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show how administrative setup powers the rest of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1143000" cy="566928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4533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8132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Classes &amp; Sections में class और section बनाएं.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1143000" cy="566928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5117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8716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User Management से teacher चुनकर class teacher assign करें.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143000" cy="56692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5701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9300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Teacher के लिए Result या Paper permission toggle करें.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1143000" cy="56692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6285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988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Teacher dashboard में वही access दिखाई दें.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Say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53212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975D"/>
                </a:solidFill>
                <a:latin typeface="Aptos"/>
              </a:rPr>
              <a:t>“Assignment और permissions अलग-अलग जगह hard-code नहीं हैं—user और class records से connected हैं।”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5 — Notice Board, Learning and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demonstrate the app as a school communication and content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23317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91440" cy="233172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30632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Notice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063239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Publish a meeting, exam or vacation notice.
Add image or PDF URL if available.
Show the notice in the feed.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74720" cy="23317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91440" cy="233172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81912"/>
            <a:ext cx="30632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3063239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Create a course.
Paste YouTube link or upload MP4 to Supabase.
Show the course card for registered users.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474720" cy="23317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91440" cy="233172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581912"/>
            <a:ext cx="30632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11680"/>
            <a:ext cx="3063239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Enter total marks and difficulty.
Paste short source content.
Generate question types and share watermarked PDF.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One-line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975D"/>
                </a:solidFill>
                <a:latin typeface="Aptos"/>
              </a:rPr>
              <a:t>“School का content सिर्फ upload नहीं होता—वह publish, consume और share करने योग्य workflow बन जाता है।”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6 — QR student, ID card and parent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show the practical bridge between student identity, attendance and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3375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91440" cy="214884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73351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Add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926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Name, parents, class, mobile, SR, roll, DOB, RTE and optional photo.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508760"/>
            <a:ext cx="91440" cy="214884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673351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ID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2926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QR + student name + father + class + school + mobile. Print or share.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08760"/>
            <a:ext cx="33375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508760"/>
            <a:ext cx="91440" cy="214884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673351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Absent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2926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Call, WhatsApp or SMS action. Attempt is logged in calling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0515600" cy="731520"/>
          </a:xfrm>
          <a:prstGeom prst="roundRect">
            <a:avLst/>
          </a:prstGeom>
          <a:solidFill>
            <a:srgbClr val="E8F8F6"/>
          </a:solidFill>
          <a:ln>
            <a:solidFill>
              <a:srgbClr val="E8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57200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3975D"/>
                </a:solidFill>
                <a:latin typeface="Aptos"/>
              </a:rPr>
              <a:t>Scan QR → identify student → mark attendance → contact parent → retain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97A"/>
                </a:solidFill>
                <a:latin typeface="Aptos"/>
              </a:rPr>
              <a:t>Be clear: WhatsApp/SMS open the external app, while the attempt is recorded inside ERP.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Demo 7 — Teacher, Parent and Student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Goal: close the demo by showing that each role sees the right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27432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27432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926079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Assigned classes
Attendance
Result
Homework
Notice Board
Learning / Paper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27432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91440" cy="274320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926079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Child attendance
Latest result
Homework
Notice Board
Learning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37560" cy="27432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91440" cy="27432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926079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Schedule
Results
Homework
Learning
Notice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Closing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70916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975D"/>
                </a:solidFill>
                <a:latin typeface="Aptos"/>
              </a:rPr>
              <a:t>“एक ही backend data से अलग-अलग users को अलग, relevant और secure dashboard मिलता है।”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Close the demo with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End with business value, not only screens.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Faster daily attendance with class selection and QR scanning.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Central marksheet entry with numeric and grade-based subjects.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Controlled access for Super Manager, teachers, parents and students.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Notice, learning content and question-paper creation in one place.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Student identity and parent follow-up remain traceable through QR and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645920"/>
            <a:ext cx="3154680" cy="178308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09560" y="1645920"/>
            <a:ext cx="91440" cy="178308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81051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Ask for the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“क्या हम आपके real school data और preferred branding के साथ pilot flow शुरू करें?”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977639"/>
            <a:ext cx="3154680" cy="914400"/>
          </a:xfrm>
          <a:prstGeom prst="roundRect">
            <a:avLst/>
          </a:prstGeom>
          <a:solidFill>
            <a:srgbClr val="FFF5E8"/>
          </a:solidFill>
          <a:ln>
            <a:solidFill>
              <a:srgbClr val="FF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9242"/>
                </a:solidFill>
                <a:latin typeface="Aptos"/>
              </a:rPr>
              <a:t>Keep a 5-minute backup demo ready if network or login fails.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Backup slide — if a live step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A"/>
                </a:solidFill>
                <a:latin typeface="Aptos"/>
              </a:rPr>
              <a:t>Use this calmly; do not debug in front of the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9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Live Demo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16459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1645920"/>
          </a:xfrm>
          <a:prstGeom prst="roundRect">
            <a:avLst/>
          </a:prstGeom>
          <a:solidFill>
            <a:srgbClr val="BF4141"/>
          </a:solidFill>
          <a:ln>
            <a:solidFill>
              <a:srgbClr val="B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Login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9260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Switch to a prepared role account or explain the dashboard from the previous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6459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91440" cy="164592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Network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9260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Show the flow diagram and prepared sample screenshots, then return to the live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37560" cy="16459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91440" cy="164592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8191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Save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9260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Capture the message, continue with the next module and log it for technical follow-up.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Do not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4340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Do not say a file was uploaded if the storage result was not confirmed.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Do not expose real student phone numbers or personal data.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Do not spend more than 60 seconds troubleshooting one screen.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CDEFF2"/>
                </a:solidFill>
                <a:latin typeface="Aptos"/>
              </a:rPr>
              <a:t>Udaan Edu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From school operations to parent communication — one connected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9834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DEFF2"/>
                </a:solidFill>
                <a:latin typeface="Aptos"/>
              </a:rPr>
              <a:t>Developed by Udaan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3774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260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1320</Words>
  <Application>Microsoft Office PowerPoint</Application>
  <PresentationFormat>Widescreen</PresentationFormat>
  <Paragraphs>163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Sharma</cp:lastModifiedBy>
  <cp:revision>1</cp:revision>
  <dcterms:created xsi:type="dcterms:W3CDTF">2013-01-27T09:14:16Z</dcterms:created>
  <dcterms:modified xsi:type="dcterms:W3CDTF">2026-09-14T19:44:45Z</dcterms:modified>
  <cp:category/>
</cp:coreProperties>
</file>